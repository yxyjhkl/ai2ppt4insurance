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阙雪莲签单分享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1511" y="3840480"/>
            <a:ext cx="616867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DCF0"/>
                </a:solidFill>
              </a:defRPr>
            </a:pPr>
            <a:r>
              <a:rPr dirty="0" err="1" smtClean="0"/>
              <a:t>平安保险上</a:t>
            </a:r>
            <a:r>
              <a:rPr lang="zh-CN" altLang="en-US" dirty="0" smtClean="0"/>
              <a:t>杭</a:t>
            </a:r>
            <a:r>
              <a:rPr dirty="0" err="1" smtClean="0"/>
              <a:t>网点</a:t>
            </a:r>
            <a:r>
              <a:rPr dirty="0" smtClean="0"/>
              <a:t> </a:t>
            </a:r>
            <a:r>
              <a:rPr dirty="0"/>
              <a:t>| 2025年5月15日早会分享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</a:defRPr>
            </a:pPr>
            <a:r>
              <a:t>个人业绩概况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  <a:r>
              <a:t>本月战果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20116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256032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签单件数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645920"/>
            <a:ext cx="2560320" cy="20116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2011680"/>
            <a:ext cx="256032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银钻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32004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当前职级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2560320" cy="20116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256032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冲刺金钻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004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金钻进度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645920"/>
            <a:ext cx="2560320" cy="20116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35440" y="2011680"/>
            <a:ext cx="256032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18份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32004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保单检视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</a:defRPr>
            </a:pPr>
            <a:r>
              <a:t>核心方法：保单检视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  <a:r>
              <a:t>挖掘客户需求的利器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为什么要做保单检视？</a:t>
            </a:r>
          </a:p>
          <a:p>
            <a:pPr>
              <a:spcBef>
                <a:spcPts val="1200"/>
              </a:spcBef>
              <a:defRPr sz="1800">
                <a:solidFill>
                  <a:srgbClr val="3C3C3C"/>
                </a:solidFill>
              </a:defRPr>
            </a:pPr>
            <a:r>
              <a:t>• 更加了解客户的保障需求</a:t>
            </a:r>
          </a:p>
          <a:p>
            <a:pPr>
              <a:spcBef>
                <a:spcPts val="1200"/>
              </a:spcBef>
              <a:defRPr sz="1800">
                <a:solidFill>
                  <a:srgbClr val="3C3C3C"/>
                </a:solidFill>
              </a:defRPr>
            </a:pPr>
            <a:r>
              <a:t>• 发现加保机会</a:t>
            </a:r>
          </a:p>
          <a:p>
            <a:pPr>
              <a:spcBef>
                <a:spcPts val="1200"/>
              </a:spcBef>
              <a:defRPr sz="1800">
                <a:solidFill>
                  <a:srgbClr val="3C3C3C"/>
                </a:solidFill>
              </a:defRPr>
            </a:pPr>
            <a:r>
              <a:t>• 建立信任关系</a:t>
            </a:r>
          </a:p>
          <a:p>
            <a:pPr>
              <a:spcBef>
                <a:spcPts val="1200"/>
              </a:spcBef>
              <a:defRPr sz="1800">
                <a:solidFill>
                  <a:srgbClr val="3C3C3C"/>
                </a:solidFill>
              </a:defRPr>
            </a:pPr>
            <a:r>
              <a:t>• 提升专业形象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828800"/>
            <a:ext cx="5029200" cy="27432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2560320"/>
            <a:ext cx="5029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18份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9319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本月已完成保单检视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</a:defRPr>
            </a:pPr>
            <a:r>
              <a:t>签单案例分享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  <a:r>
              <a:t>第一张保单：1.5万金尊分红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657600" cy="2286000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客户画像</a:t>
            </a:r>
          </a:p>
          <a:p>
            <a:pPr>
              <a:spcBef>
                <a:spcPts val="1000"/>
              </a:spcBef>
              <a:defRPr sz="1600">
                <a:solidFill>
                  <a:srgbClr val="DCDCDC"/>
                </a:solidFill>
              </a:defRPr>
            </a:pPr>
            <a:r>
              <a:t>97年年轻客户</a:t>
            </a:r>
            <a:br/>
            <a:r>
              <a:t>通过妈妈转介绍</a:t>
            </a:r>
            <a:br/>
            <a:r>
              <a:t>对保险似懂非懂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657600" cy="22860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遇到的挑战</a:t>
            </a:r>
          </a:p>
          <a:p>
            <a:pPr>
              <a:spcBef>
                <a:spcPts val="1000"/>
              </a:spcBef>
              <a:defRPr sz="1600">
                <a:solidFill>
                  <a:srgbClr val="F0F0F0"/>
                </a:solidFill>
              </a:defRPr>
            </a:pPr>
            <a:r>
              <a:t>客户质疑专业度</a:t>
            </a:r>
            <a:br/>
            <a:r>
              <a:t>沟通方式有代沟</a:t>
            </a:r>
            <a:br/>
            <a:r>
              <a:t>多次拜访才成交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463040"/>
            <a:ext cx="3200400" cy="22860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0" y="164592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成功要点</a:t>
            </a:r>
          </a:p>
          <a:p>
            <a:pPr>
              <a:spcBef>
                <a:spcPts val="1000"/>
              </a:spcBef>
              <a:defRPr sz="1600">
                <a:solidFill>
                  <a:srgbClr val="F0F0F0"/>
                </a:solidFill>
              </a:defRPr>
            </a:pPr>
            <a:r>
              <a:t>领导陪同拜访</a:t>
            </a:r>
            <a:br/>
            <a:r>
              <a:t>多次持续跟进</a:t>
            </a:r>
            <a:br/>
            <a:r>
              <a:t>专业建议书讲解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C3E50"/>
                </a:solidFill>
              </a:defRPr>
            </a:pPr>
            <a:r>
              <a:t>结果：成功签单1.5万金尊分红（10年交）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</a:defRPr>
            </a:pPr>
            <a:r>
              <a:t>签单案例分享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  <a:r>
              <a:t>第二张保单：娘家人转介绍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62895" cy="10972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1508760"/>
            <a:ext cx="9905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1. 回娘家拜访</a:t>
            </a:r>
          </a:p>
          <a:p>
            <a:pPr>
              <a:defRPr sz="1400">
                <a:solidFill>
                  <a:srgbClr val="F0F0F0"/>
                </a:solidFill>
              </a:defRPr>
            </a:pPr>
            <a:r>
              <a:t>5月7号回娘家，顺便拜访老客户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651760"/>
            <a:ext cx="10362895" cy="10972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2788920"/>
            <a:ext cx="9905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2. 客户主动联系</a:t>
            </a:r>
          </a:p>
          <a:p>
            <a:pPr>
              <a:defRPr sz="1400">
                <a:solidFill>
                  <a:srgbClr val="F0F0F0"/>
                </a:solidFill>
              </a:defRPr>
            </a:pPr>
            <a:r>
              <a:t>5月8号客户老婆主动来电要买保险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931920"/>
            <a:ext cx="10362895" cy="10972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4069080"/>
            <a:ext cx="9905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3. 快速促成</a:t>
            </a:r>
          </a:p>
          <a:p>
            <a:pPr>
              <a:defRPr sz="1400">
                <a:solidFill>
                  <a:srgbClr val="F0F0F0"/>
                </a:solidFill>
              </a:defRPr>
            </a:pPr>
            <a:r>
              <a:t>当场做建议书，1.1万保额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212079"/>
            <a:ext cx="10362895" cy="10972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5349239"/>
            <a:ext cx="9905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4. 远程双录</a:t>
            </a:r>
          </a:p>
          <a:p>
            <a:pPr>
              <a:defRPr sz="1400">
                <a:solidFill>
                  <a:srgbClr val="F0F0F0"/>
                </a:solidFill>
              </a:defRPr>
            </a:pPr>
            <a:r>
              <a:t>顺利完成双录，客户当天去广东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</a:defRPr>
            </a:pPr>
            <a:r>
              <a:t>成功关键：善用公司资源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2743200" cy="36576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领导资源</a:t>
            </a:r>
          </a:p>
          <a:p>
            <a:r>
              <a:t/>
            </a:r>
            <a:br/>
            <a:r>
              <a:t>甘总、陈总陪同拜访</a:t>
            </a:r>
          </a:p>
          <a:p>
            <a:r>
              <a:t/>
            </a:r>
            <a:br/>
            <a:r>
              <a:t>→ 获取客户信任的关键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463040"/>
            <a:ext cx="2743200" cy="36576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66160" y="164592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个品会资源</a:t>
            </a:r>
          </a:p>
          <a:p>
            <a:r>
              <a:t/>
            </a:r>
            <a:br/>
            <a:r>
              <a:t>积极报名参加</a:t>
            </a:r>
          </a:p>
          <a:p>
            <a:r>
              <a:t/>
            </a:r>
            <a:br/>
            <a:r>
              <a:t>→ 建立高端客户关系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2743200" cy="36576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双录工具</a:t>
            </a:r>
          </a:p>
          <a:p>
            <a:r>
              <a:t/>
            </a:r>
            <a:br/>
            <a:r>
              <a:t>远程双录解决地域问题</a:t>
            </a:r>
          </a:p>
          <a:p>
            <a:r>
              <a:t/>
            </a:r>
            <a:br/>
            <a:r>
              <a:t>→ 提升承保效率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463040"/>
            <a:ext cx="2743200" cy="36576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0" y="164592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保单检视工具</a:t>
            </a:r>
          </a:p>
          <a:p>
            <a:r>
              <a:t/>
            </a:r>
            <a:br/>
            <a:r>
              <a:t>已做18份</a:t>
            </a:r>
          </a:p>
          <a:p>
            <a:r>
              <a:t/>
            </a:r>
            <a:br/>
            <a:r>
              <a:t>→ 挖掘客户需求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</a:defRPr>
            </a:pPr>
            <a:r>
              <a:t>下阶段目标规划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2560320" cy="2743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256032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冲刺金钻</a:t>
            </a:r>
          </a:p>
          <a:p>
            <a:pPr algn="ctr">
              <a:defRPr sz="1600">
                <a:solidFill>
                  <a:srgbClr val="F0F0F0"/>
                </a:solidFill>
              </a:defRPr>
            </a:pPr>
            <a:r>
              <a:t>本月达成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828800"/>
            <a:ext cx="2560320" cy="27432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66160" y="2743200"/>
            <a:ext cx="256032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贵州高峰会</a:t>
            </a:r>
          </a:p>
          <a:p>
            <a:pPr algn="ctr">
              <a:defRPr sz="1600">
                <a:solidFill>
                  <a:srgbClr val="F0F0F0"/>
                </a:solidFill>
              </a:defRPr>
            </a:pPr>
            <a:r>
              <a:t>入围参会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2560320" cy="27432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2743200"/>
            <a:ext cx="256032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新人育成</a:t>
            </a:r>
          </a:p>
          <a:p>
            <a:pPr algn="ctr">
              <a:defRPr sz="1600">
                <a:solidFill>
                  <a:srgbClr val="F0F0F0"/>
                </a:solidFill>
              </a:defRPr>
            </a:pPr>
            <a:r>
              <a:t>辅导出单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828800"/>
            <a:ext cx="2560320" cy="27432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0" y="2743200"/>
            <a:ext cx="256032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客户经营</a:t>
            </a:r>
          </a:p>
          <a:p>
            <a:pPr algn="ctr">
              <a:defRPr sz="1600">
                <a:solidFill>
                  <a:srgbClr val="F0F0F0"/>
                </a:solidFill>
              </a:defRPr>
            </a:pPr>
            <a:r>
              <a:t>心梗筛查/旅交会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C8DCF0"/>
                </a:solidFill>
              </a:defRPr>
            </a:pPr>
            <a:r>
              <a:t>借力领导资源 • 持续保单检视 • 紧盯目标不放</a:t>
            </a:r>
            <a:br/>
            <a:r>
              <a:t>一起努力，全力冲刺！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118</Words>
  <Application>Microsoft Office PowerPoint</Application>
  <PresentationFormat>宽屏</PresentationFormat>
  <Paragraphs>64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宋体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HP</cp:lastModifiedBy>
  <cp:revision>2</cp:revision>
  <dcterms:created xsi:type="dcterms:W3CDTF">2013-01-27T09:14:16Z</dcterms:created>
  <dcterms:modified xsi:type="dcterms:W3CDTF">2026-05-15T03:17:35Z</dcterms:modified>
  <cp:category/>
</cp:coreProperties>
</file>