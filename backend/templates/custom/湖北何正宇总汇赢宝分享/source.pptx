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5" r:id="rId26"/>
    <p:sldId id="286" r:id="rId27"/>
    <p:sldId id="287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 descr="幻灯片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幻灯片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小尹</cp:lastModifiedBy>
  <cp:revision>6</cp:revision>
  <dcterms:created xsi:type="dcterms:W3CDTF">2023-08-09T12:44:00Z</dcterms:created>
  <dcterms:modified xsi:type="dcterms:W3CDTF">2026-03-23T05:44:18Z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2052-12.1.0.22215</vt:lpwstr>
  </property>
  <property fmtid="{D5CDD505-2E9C-101B-9397-08002B2CF9AE}" pid="3" name="ICV">
    <vt:lpwstr>FD7407824940486C92CC926FD87C6F5C_13</vt:lpwstr>
  </property>
</Properties>
</file>