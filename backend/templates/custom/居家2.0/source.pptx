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5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6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8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9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0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/Users/nierui/Library/Containers/com.kingsoft.wpsoffice.mac/Data/tmp/photoeditapp/20260430165238/temp.pngtem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0"/>
            <a:ext cx="12192000" cy="68453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/Users/nierui/Library/Containers/com.kingsoft.wpsoffice.mac/Data/tmp/photoeditapp/20260430165253/temp.pngtem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1590"/>
            <a:ext cx="12192000" cy="68148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/Users/nierui/Library/Containers/com.kingsoft.wpsoffice.mac/Data/tmp/photoeditapp/20260430165312/temp.pngtem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3338"/>
            <a:ext cx="12192000" cy="679069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/Users/nierui/Library/Containers/com.kingsoft.wpsoffice.mac/Data/tmp/photoeditapp/20260430165327/temp.pngtem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8098"/>
            <a:ext cx="12192000" cy="682117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/Users/nierui/Library/Containers/com.kingsoft.wpsoffice.mac/Data/tmp/photoeditapp/20260430165343/temp.pngtem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383"/>
            <a:ext cx="12192000" cy="683323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/Users/nierui/Library/Containers/com.kingsoft.wpsoffice.mac/Data/tmp/photoeditapp/20260430165357/temp.pngtem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" y="24130"/>
            <a:ext cx="12191365" cy="680910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/Users/nierui/Library/Containers/com.kingsoft.wpsoffice.mac/Data/tmp/photoeditapp/20260430165410/temp.pngtem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383"/>
            <a:ext cx="12192000" cy="683323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/Users/nierui/Library/Containers/com.kingsoft.wpsoffice.mac/Data/tmp/photoeditapp/20260430165424/temp.pngtem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" y="24130"/>
            <a:ext cx="12191365" cy="680910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Wingdings</vt:lpstr>
      <vt:lpstr>微软雅黑</vt:lpstr>
      <vt:lpstr>汉仪旗黑</vt:lpstr>
      <vt:lpstr>宋体</vt:lpstr>
      <vt:lpstr>Arial Unicode MS</vt:lpstr>
      <vt:lpstr>苹方-简</vt:lpstr>
      <vt:lpstr>汉仪书宋二KW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Sunshine</cp:lastModifiedBy>
  <cp:revision>165</cp:revision>
  <dcterms:created xsi:type="dcterms:W3CDTF">2026-04-30T08:54:28Z</dcterms:created>
  <dcterms:modified xsi:type="dcterms:W3CDTF">2026-04-30T08:54:28Z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2052-12.1.25869.25869</vt:lpwstr>
  </property>
  <property fmtid="{D5CDD505-2E9C-101B-9397-08002B2CF9AE}" pid="3" name="ICV">
    <vt:lpwstr>AC53B73E798490C63117F369B9D6E611_41</vt:lpwstr>
  </property>
</Properties>
</file>